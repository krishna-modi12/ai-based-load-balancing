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AI-Based Load Balancing in 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Implementation and comparative performance evaluation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[Student] • [Institution] • [Academic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HTTP services need availability, low latency, and effective worker utilization.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Conventional routing is inexpensive; ML routing may adapt to telemetry but adds cost.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Research question: does prediction justify its overhead under controlled workloads?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Objectives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Implement a registered-backend Layer-7 reverse proxy.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Compare Round Robin, Least Connections, and AI latency routing.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Persist telemetry and experiments; evaluate performance and failure handling.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Do not assume AI superiority—measure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architecture-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5609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Illustration derived from the implemented Docker Compose topology.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FastAPI + HTTPX reverse proxy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PostgreSQL + SQLAlchemy + Alembic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React + TypeScript + Vite + nginx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Docker Compose, pytest, Locust starter,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Routing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Round Robin: deterministic cursor across eligible workers.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Least Connections: choose lowest in-flight count with deterministic tie-break.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AI latency: predict each candidate's latency; choose the lowest valid prediction.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Health filtering and safe Least Connections fallback apply before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Machine-learning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RandomForestRegressor with fixed feature schema.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Features: CPU, memory, active requests, EWMA, RTT, error rate, capacity, request class.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Chronological 80/20 split over persisted calibration decisions.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Evaluation outcomes were not used for 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Implementation and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Dashboard displays backend health, routing decisions, active policy, model status, and persisted experiment comparisons.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Routing decisions include request ID, backend, prediction, actual latency, status, and fallback reason.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Exports provide raw CSV and JSON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3 policies × 4 workload profiles × 3 repetitions = 36 valid runs.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Profiles: uniform, heterogeneous, bursty, mixed.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5-second warm-up; 30-second measurement; concurrency 4.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P50/P95/P99, throughput, error rate, distribution, MAE/RMSE.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Measured results</a:t>
            </a:r>
          </a:p>
        </p:txBody>
      </p:sp>
      <p:pic>
        <p:nvPicPr>
          <p:cNvPr id="3" name="Picture 2" descr="phase7-results-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AI was slower and lower-throughput than both baselines in all four profiles.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Why AI underperformed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Mean client latency: RR 75.498 ms; LC 68.545 ms; AI 359.527 ms.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AI inference p50: approximately 52.041 ms.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AI path also queries telemetry and loads/validates the predictor in the request path.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Prediction error and concentration on worker-a are plausible additional factors; causal contributions were not fully isolated.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Failure-mode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Backend disabled: remaining workers served requests and recovery passed.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Worker 503 and slow-worker timeout: API mapped upstream failures to 502.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Missing model: AI requests succeeded through Least Connections fallback.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Stale telemetry: no eligible backend produced 503; health refresh restored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Local Docker host and simulated worker delays.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One model artifact, one concurrency level, three repetitions, no significance claims.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Future: cache validated predictor, bound telemetry snapshots, add concurrency levels and drift tests.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Optional future network testbed: Mininet/SDN.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Conclusion and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The project demonstrates a reproducible, auditable load-balancing testbed.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The tested AI implementation did not outperform conventional baselines.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Demo order: Compose health → dashboard → three policies → fallback → failure/recovery → measured chart.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Honest negative results are part of the research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